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743" r:id="rId2"/>
  </p:sldMasterIdLst>
  <p:notesMasterIdLst>
    <p:notesMasterId r:id="rId10"/>
  </p:notesMasterIdLst>
  <p:sldIdLst>
    <p:sldId id="262" r:id="rId3"/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BD4A55-E262-4F04-A35A-E66302F2101E}" v="16" dt="2026-01-03T15:11:34.1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0" autoAdjust="0"/>
    <p:restoredTop sz="86410" autoAdjust="0"/>
  </p:normalViewPr>
  <p:slideViewPr>
    <p:cSldViewPr snapToGrid="0" snapToObjects="1">
      <p:cViewPr varScale="1">
        <p:scale>
          <a:sx n="54" d="100"/>
          <a:sy n="54" d="100"/>
        </p:scale>
        <p:origin x="400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ok chitikireddy" userId="4b99b71af06f95e0" providerId="LiveId" clId="{C8BB275D-1388-43F3-B9DB-1CFD63F53810}"/>
    <pc:docChg chg="undo custSel addSld modSld sldOrd">
      <pc:chgData name="ashok chitikireddy" userId="4b99b71af06f95e0" providerId="LiveId" clId="{C8BB275D-1388-43F3-B9DB-1CFD63F53810}" dt="2026-01-03T15:11:34.134" v="92"/>
      <pc:docMkLst>
        <pc:docMk/>
      </pc:docMkLst>
      <pc:sldChg chg="modSp">
        <pc:chgData name="ashok chitikireddy" userId="4b99b71af06f95e0" providerId="LiveId" clId="{C8BB275D-1388-43F3-B9DB-1CFD63F53810}" dt="2026-01-03T12:49:04.913" v="77"/>
        <pc:sldMkLst>
          <pc:docMk/>
          <pc:sldMk cId="7630729" sldId="256"/>
        </pc:sldMkLst>
        <pc:spChg chg="mod">
          <ac:chgData name="ashok chitikireddy" userId="4b99b71af06f95e0" providerId="LiveId" clId="{C8BB275D-1388-43F3-B9DB-1CFD63F53810}" dt="2026-01-03T12:49:04.913" v="77"/>
          <ac:spMkLst>
            <pc:docMk/>
            <pc:sldMk cId="7630729" sldId="256"/>
            <ac:spMk id="12" creationId="{00000000-0000-0000-0000-000000000000}"/>
          </ac:spMkLst>
        </pc:spChg>
      </pc:sldChg>
      <pc:sldChg chg="modSp">
        <pc:chgData name="ashok chitikireddy" userId="4b99b71af06f95e0" providerId="LiveId" clId="{C8BB275D-1388-43F3-B9DB-1CFD63F53810}" dt="2026-01-03T12:49:39.982" v="88"/>
        <pc:sldMkLst>
          <pc:docMk/>
          <pc:sldMk cId="0" sldId="257"/>
        </pc:sldMkLst>
        <pc:spChg chg="mod">
          <ac:chgData name="ashok chitikireddy" userId="4b99b71af06f95e0" providerId="LiveId" clId="{C8BB275D-1388-43F3-B9DB-1CFD63F53810}" dt="2026-01-03T12:49:39.982" v="88"/>
          <ac:spMkLst>
            <pc:docMk/>
            <pc:sldMk cId="0" sldId="257"/>
            <ac:spMk id="4" creationId="{00000000-0000-0000-0000-000000000000}"/>
          </ac:spMkLst>
        </pc:spChg>
      </pc:sldChg>
      <pc:sldChg chg="modSp">
        <pc:chgData name="ashok chitikireddy" userId="4b99b71af06f95e0" providerId="LiveId" clId="{C8BB275D-1388-43F3-B9DB-1CFD63F53810}" dt="2026-01-03T12:49:39.982" v="88"/>
        <pc:sldMkLst>
          <pc:docMk/>
          <pc:sldMk cId="0" sldId="258"/>
        </pc:sldMkLst>
        <pc:spChg chg="mod">
          <ac:chgData name="ashok chitikireddy" userId="4b99b71af06f95e0" providerId="LiveId" clId="{C8BB275D-1388-43F3-B9DB-1CFD63F53810}" dt="2026-01-03T12:49:39.982" v="88"/>
          <ac:spMkLst>
            <pc:docMk/>
            <pc:sldMk cId="0" sldId="258"/>
            <ac:spMk id="4" creationId="{00000000-0000-0000-0000-000000000000}"/>
          </ac:spMkLst>
        </pc:spChg>
      </pc:sldChg>
      <pc:sldChg chg="modSp">
        <pc:chgData name="ashok chitikireddy" userId="4b99b71af06f95e0" providerId="LiveId" clId="{C8BB275D-1388-43F3-B9DB-1CFD63F53810}" dt="2026-01-03T12:49:39.982" v="88"/>
        <pc:sldMkLst>
          <pc:docMk/>
          <pc:sldMk cId="0" sldId="259"/>
        </pc:sldMkLst>
        <pc:spChg chg="mod">
          <ac:chgData name="ashok chitikireddy" userId="4b99b71af06f95e0" providerId="LiveId" clId="{C8BB275D-1388-43F3-B9DB-1CFD63F53810}" dt="2026-01-03T12:49:39.982" v="88"/>
          <ac:spMkLst>
            <pc:docMk/>
            <pc:sldMk cId="0" sldId="259"/>
            <ac:spMk id="4" creationId="{00000000-0000-0000-0000-000000000000}"/>
          </ac:spMkLst>
        </pc:spChg>
      </pc:sldChg>
      <pc:sldChg chg="modSp">
        <pc:chgData name="ashok chitikireddy" userId="4b99b71af06f95e0" providerId="LiveId" clId="{C8BB275D-1388-43F3-B9DB-1CFD63F53810}" dt="2026-01-03T12:49:39.982" v="88"/>
        <pc:sldMkLst>
          <pc:docMk/>
          <pc:sldMk cId="0" sldId="260"/>
        </pc:sldMkLst>
        <pc:spChg chg="mod">
          <ac:chgData name="ashok chitikireddy" userId="4b99b71af06f95e0" providerId="LiveId" clId="{C8BB275D-1388-43F3-B9DB-1CFD63F53810}" dt="2026-01-03T12:49:39.982" v="88"/>
          <ac:spMkLst>
            <pc:docMk/>
            <pc:sldMk cId="0" sldId="260"/>
            <ac:spMk id="4" creationId="{00000000-0000-0000-0000-000000000000}"/>
          </ac:spMkLst>
        </pc:spChg>
      </pc:sldChg>
      <pc:sldChg chg="addSp modSp">
        <pc:chgData name="ashok chitikireddy" userId="4b99b71af06f95e0" providerId="LiveId" clId="{C8BB275D-1388-43F3-B9DB-1CFD63F53810}" dt="2026-01-03T15:11:34.134" v="92"/>
        <pc:sldMkLst>
          <pc:docMk/>
          <pc:sldMk cId="0" sldId="261"/>
        </pc:sldMkLst>
        <pc:spChg chg="mod">
          <ac:chgData name="ashok chitikireddy" userId="4b99b71af06f95e0" providerId="LiveId" clId="{C8BB275D-1388-43F3-B9DB-1CFD63F53810}" dt="2026-01-03T12:49:39.982" v="88"/>
          <ac:spMkLst>
            <pc:docMk/>
            <pc:sldMk cId="0" sldId="261"/>
            <ac:spMk id="4" creationId="{00000000-0000-0000-0000-000000000000}"/>
          </ac:spMkLst>
        </pc:spChg>
        <pc:picChg chg="add">
          <ac:chgData name="ashok chitikireddy" userId="4b99b71af06f95e0" providerId="LiveId" clId="{C8BB275D-1388-43F3-B9DB-1CFD63F53810}" dt="2026-01-03T15:11:34.134" v="92"/>
          <ac:picMkLst>
            <pc:docMk/>
            <pc:sldMk cId="0" sldId="261"/>
            <ac:picMk id="2" creationId="{2773F4B7-A4F2-01A4-79A6-BB06C94C1872}"/>
          </ac:picMkLst>
        </pc:picChg>
      </pc:sldChg>
      <pc:sldChg chg="addSp modSp new mod ord">
        <pc:chgData name="ashok chitikireddy" userId="4b99b71af06f95e0" providerId="LiveId" clId="{C8BB275D-1388-43F3-B9DB-1CFD63F53810}" dt="2026-01-03T12:49:50.519" v="91"/>
        <pc:sldMkLst>
          <pc:docMk/>
          <pc:sldMk cId="2976774842" sldId="262"/>
        </pc:sldMkLst>
        <pc:spChg chg="mod">
          <ac:chgData name="ashok chitikireddy" userId="4b99b71af06f95e0" providerId="LiveId" clId="{C8BB275D-1388-43F3-B9DB-1CFD63F53810}" dt="2026-01-03T12:48:33.354" v="74" actId="27636"/>
          <ac:spMkLst>
            <pc:docMk/>
            <pc:sldMk cId="2976774842" sldId="262"/>
            <ac:spMk id="2" creationId="{40572200-6BC8-06DE-FB2D-DA6BF899E143}"/>
          </ac:spMkLst>
        </pc:spChg>
        <pc:spChg chg="mod">
          <ac:chgData name="ashok chitikireddy" userId="4b99b71af06f95e0" providerId="LiveId" clId="{C8BB275D-1388-43F3-B9DB-1CFD63F53810}" dt="2026-01-03T12:49:40.119" v="89" actId="27636"/>
          <ac:spMkLst>
            <pc:docMk/>
            <pc:sldMk cId="2976774842" sldId="262"/>
            <ac:spMk id="3" creationId="{AE70B7B7-C1BA-1D91-DE9F-10F60853566D}"/>
          </ac:spMkLst>
        </pc:spChg>
        <pc:spChg chg="add mod">
          <ac:chgData name="ashok chitikireddy" userId="4b99b71af06f95e0" providerId="LiveId" clId="{C8BB275D-1388-43F3-B9DB-1CFD63F53810}" dt="2026-01-03T12:47:31.799" v="59"/>
          <ac:spMkLst>
            <pc:docMk/>
            <pc:sldMk cId="2976774842" sldId="262"/>
            <ac:spMk id="5" creationId="{06D5A638-BA4E-BE61-3F7F-26C14D98A572}"/>
          </ac:spMkLst>
        </pc:spChg>
        <pc:spChg chg="add mod">
          <ac:chgData name="ashok chitikireddy" userId="4b99b71af06f95e0" providerId="LiveId" clId="{C8BB275D-1388-43F3-B9DB-1CFD63F53810}" dt="2026-01-03T12:48:45.831" v="76" actId="1076"/>
          <ac:spMkLst>
            <pc:docMk/>
            <pc:sldMk cId="2976774842" sldId="262"/>
            <ac:spMk id="6" creationId="{38D06D97-4186-E8D1-3304-C24DEE4A5CA5}"/>
          </ac:spMkLst>
        </pc:spChg>
        <pc:graphicFrameChg chg="add mod">
          <ac:chgData name="ashok chitikireddy" userId="4b99b71af06f95e0" providerId="LiveId" clId="{C8BB275D-1388-43F3-B9DB-1CFD63F53810}" dt="2026-01-03T12:46:51.846" v="52"/>
          <ac:graphicFrameMkLst>
            <pc:docMk/>
            <pc:sldMk cId="2976774842" sldId="262"/>
            <ac:graphicFrameMk id="4" creationId="{BCFD3CF0-C4DC-486B-E528-6EFAB1C16F9F}"/>
          </ac:graphicFrameMkLst>
        </pc:graphicFrameChg>
        <pc:picChg chg="add mod">
          <ac:chgData name="ashok chitikireddy" userId="4b99b71af06f95e0" providerId="LiveId" clId="{C8BB275D-1388-43F3-B9DB-1CFD63F53810}" dt="2026-01-03T12:47:31.799" v="59"/>
          <ac:picMkLst>
            <pc:docMk/>
            <pc:sldMk cId="2976774842" sldId="262"/>
            <ac:picMk id="1026" creationId="{DA78F8EA-7A54-C5AC-58B3-22A29C4FBB5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93BE7C-D5F7-47A0-9777-6C6D1567AD1B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34A56A-CA61-46B7-B069-77CE35769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380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clusteredColumnChart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pieChart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tableEx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clusteredColumnChart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lineChart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donutChart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tableEx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tableEx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card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clusteredColumnChart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card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card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donutChart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product wise cost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lineChart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clusteredColumnChart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pieChart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8599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6793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6502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9554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5666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708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4161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6823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4056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0247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8852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807643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6618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4355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45930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5727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552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5055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  <p:sldLayoutId id="2147483760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9e6cf070-6cfe-4c1b-b7c8-a78c3252a31b?pbi_source=PowerPoint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9e6cf070-6cfe-4c1b-b7c8-a78c3252a31b/?pbi_source=PowerPoin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9e6cf070-6cfe-4c1b-b7c8-a78c3252a31b/?pbi_source=PowerPoin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9e6cf070-6cfe-4c1b-b7c8-a78c3252a31b/?pbi_source=PowerPoin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9e6cf070-6cfe-4c1b-b7c8-a78c3252a31b/?pbi_source=PowerPoint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9e6cf070-6cfe-4c1b-b7c8-a78c3252a31b/?pbi_source=PowerPoin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72200-6BC8-06DE-FB2D-DA6BF899E1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4121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7030A0"/>
                </a:solidFill>
              </a:rPr>
              <a:t>sales and revenue </a:t>
            </a:r>
            <a:r>
              <a:rPr lang="en-US" dirty="0" err="1">
                <a:solidFill>
                  <a:srgbClr val="7030A0"/>
                </a:solidFill>
              </a:rPr>
              <a:t>perfmoance</a:t>
            </a:r>
            <a:r>
              <a:rPr lang="en-US" dirty="0">
                <a:solidFill>
                  <a:srgbClr val="7030A0"/>
                </a:solidFill>
              </a:rPr>
              <a:t> event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70B7B7-C1BA-1D91-DE9F-10F6085356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>
                <a:highlight>
                  <a:srgbClr val="808000"/>
                </a:highlight>
              </a:rPr>
              <a:t>https://app.powerbi.com/links/wvG1aHuJ4q?ctid=667edd27-c714-4021-a446-fce6b0e8ec41&amp;pbi_source=linkShare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38D06D97-4186-E8D1-3304-C24DEE4A5CA5}"/>
              </a:ext>
            </a:extLst>
          </p:cNvPr>
          <p:cNvSpPr/>
          <p:nvPr/>
        </p:nvSpPr>
        <p:spPr>
          <a:xfrm>
            <a:off x="1297459" y="2944368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774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0" y="2982913"/>
            <a:ext cx="6313488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1001- ashok chitkireddy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rId3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1/2/2026 1:42:19 PM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1/2/2026 1:35:18 PM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clusteredColumnChart ,pieChart ,slicer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tableEx ,clusteredColumnChart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lineChart ,donutChart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tableEx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slicer ,tableEx ,card ,clusteredColumnChart ,card ,card ,donutChart ,product wise cost ,lineChart ,clusteredColumnChart ,pieChart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&amp; revenue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773F4B7-A4F2-01A4-79A6-BB06C94C18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92" y="0"/>
            <a:ext cx="12015216" cy="6858000"/>
          </a:xfrm>
          <a:prstGeom prst="rect">
            <a:avLst/>
          </a:prstGeom>
        </p:spPr>
      </p:pic>
    </p:spTree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157</Words>
  <Application>Microsoft Office PowerPoint</Application>
  <PresentationFormat>Widescreen</PresentationFormat>
  <Paragraphs>67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8" baseType="lpstr">
      <vt:lpstr>Aptos</vt:lpstr>
      <vt:lpstr>Arial</vt:lpstr>
      <vt:lpstr>Bookman Old Style</vt:lpstr>
      <vt:lpstr>Calibri</vt:lpstr>
      <vt:lpstr>Calibri Light</vt:lpstr>
      <vt:lpstr>Rockwell</vt:lpstr>
      <vt:lpstr>Segoe UI</vt:lpstr>
      <vt:lpstr>Segoe UI Light</vt:lpstr>
      <vt:lpstr>Segoe UI Semibold</vt:lpstr>
      <vt:lpstr>Custom Design</vt:lpstr>
      <vt:lpstr>Damask</vt:lpstr>
      <vt:lpstr>sales and revenue perfmoance event work</vt:lpstr>
      <vt:lpstr>1001- ashok chitkireddy</vt:lpstr>
      <vt:lpstr>Page 1</vt:lpstr>
      <vt:lpstr>Page 2</vt:lpstr>
      <vt:lpstr>Page 3</vt:lpstr>
      <vt:lpstr>Page 4</vt:lpstr>
      <vt:lpstr>sales &amp; revenue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ashok chitikireddy</cp:lastModifiedBy>
  <cp:revision>4</cp:revision>
  <dcterms:created xsi:type="dcterms:W3CDTF">2016-09-04T11:54:55Z</dcterms:created>
  <dcterms:modified xsi:type="dcterms:W3CDTF">2026-01-03T15:11:44Z</dcterms:modified>
</cp:coreProperties>
</file>